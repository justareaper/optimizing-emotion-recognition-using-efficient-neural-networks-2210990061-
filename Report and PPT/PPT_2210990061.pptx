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256" r:id="rId3"/>
    <p:sldId id="257" r:id="rId5"/>
    <p:sldId id="270" r:id="rId6"/>
    <p:sldId id="271" r:id="rId7"/>
    <p:sldId id="272" r:id="rId8"/>
    <p:sldId id="281" r:id="rId9"/>
    <p:sldId id="273" r:id="rId10"/>
    <p:sldId id="274" r:id="rId11"/>
    <p:sldId id="275" r:id="rId12"/>
    <p:sldId id="278" r:id="rId13"/>
    <p:sldId id="280" r:id="rId14"/>
    <p:sldId id="279" r:id="rId15"/>
    <p:sldId id="276" r:id="rId16"/>
    <p:sldId id="277" r:id="rId17"/>
    <p:sldId id="268" r:id="rId18"/>
  </p:sldIdLst>
  <p:sldSz cx="9144000" cy="6858000" type="screen4x3"/>
  <p:notesSz cx="7559675" cy="106914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7" d="100"/>
          <a:sy n="77" d="100"/>
        </p:scale>
        <p:origin x="1546" y="58"/>
      </p:cViewPr>
      <p:guideLst>
        <p:guide orient="horz" pos="2160"/>
        <p:guide pos="28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customXml" Target="../customXml/item3.xml"/><Relationship Id="rId24" Type="http://schemas.openxmlformats.org/officeDocument/2006/relationships/customXml" Target="../customXml/item2.xml"/><Relationship Id="rId23" Type="http://schemas.openxmlformats.org/officeDocument/2006/relationships/customXml" Target="../customXml/item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 panose="02020603050405020304"/>
              </a:rPr>
              <a:t>Name</a:t>
            </a:r>
            <a:endParaRPr lang="en-GB" sz="2400" b="0" strike="noStrike" spc="-1">
              <a:latin typeface="Times New Roman" panose="02020603050405020304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740"/>
            <a:ext cx="9144000" cy="562673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altLang="en-US" sz="32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OPTIMIZING EMOTION RECOGNITION USING EFFICIENT</a:t>
            </a:r>
            <a:endParaRPr lang="en-US" altLang="en-US" sz="3200" b="1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altLang="en-US" sz="32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NUREAL NETWORK</a:t>
            </a:r>
            <a:endParaRPr lang="en-US" altLang="en-US" sz="3200" b="1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Aditya Bisht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2210990061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Supervised By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Dr. Gifty Gupta</a:t>
            </a: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Computer Science and Engineering, </a:t>
            </a:r>
            <a:endParaRPr lang="en-US" sz="24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Chitkara University, Punjab</a:t>
            </a:r>
            <a:endParaRPr lang="en-US" sz="24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3830" y="1109345"/>
            <a:ext cx="8838565" cy="513207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sz="23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Facial Emotion Recognition (FER) is an important area in computer vision and affective computing.</a:t>
            </a:r>
            <a:endParaRPr sz="23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3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FER enables machines to identify human emotions using facial expressions.</a:t>
            </a:r>
            <a:endParaRPr sz="23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3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Applications include healthcare, surveillance, driver monitoring, and human–computer interaction.</a:t>
            </a:r>
            <a:endParaRPr sz="23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3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Deep learning techniques have significantly improved FER accuracy.</a:t>
            </a:r>
            <a:endParaRPr sz="23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3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Real-time deployment remains challenging due to computational complexity.</a:t>
            </a:r>
            <a:endParaRPr sz="23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3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Problem Statement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3830" y="1109345"/>
            <a:ext cx="8838565" cy="404622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Many deep learning models are computationally expensive.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High memory and processing requirements limit deployment on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mobile and embedded devices.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Real-time emotion recognition requires both accuracy and efficiency.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Existing systems often prioritize accuracy over practical deployment.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Objectives</a:t>
            </a:r>
            <a:endParaRPr 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3830" y="1109345"/>
            <a:ext cx="8838565" cy="309372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Develop an efficient CNN-based emotion recognition model.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 the FER-2013 dataset for facial emotion classification.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Apply preprocessing and augmentation techniques.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Evaluate performance using classification metrics.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 a model suitable for real-time applications.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Dataset and Preprocessing</a:t>
            </a:r>
            <a:endParaRPr 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3830" y="1109345"/>
            <a:ext cx="8838565" cy="309372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Develop an efficient CNN-based emotion recognition model.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 the FER-2013 dataset for facial emotion classification.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Apply preprocessing and augmentation techniques.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Evaluate performance using classification metrics.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 a model suitable for real-time applications.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Dataset Images</a:t>
            </a:r>
            <a:endParaRPr 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9" name="Picture 9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2935" y="1169670"/>
            <a:ext cx="5358765" cy="51054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Model Architecture</a:t>
            </a:r>
            <a:endParaRPr 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3830" y="1109345"/>
            <a:ext cx="8838565" cy="354838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Convolutional Neural Network (CNN)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Convolution + Batch Normalization layers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Max Pooling layers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Dropout for regularization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Dense layers for classification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Softmax activation for emotion prediction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Training Configuration</a:t>
            </a:r>
            <a:endParaRPr 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3830" y="1109345"/>
            <a:ext cx="8838565" cy="354838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Optimizer: Adam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Batch Size: 64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Learning Rate: 0.001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Epochs: 40–50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Loss Function: Categorical Cross-Entropy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Evaluation Metrics: Accuracy, Precision, Recall, F1-Score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Results and Analysis</a:t>
            </a:r>
            <a:endParaRPr 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3830" y="1109345"/>
            <a:ext cx="8838565" cy="354838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Training accuracy improved consistently during training.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Validation loss decreased steadily.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Confusion matrix showed strong classification performance.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Minor misclassifications occurred between similar emotions.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model achieved a balance between accuracy and efficiency.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Classification Performance</a:t>
            </a:r>
            <a:endParaRPr 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645" y="1301115"/>
            <a:ext cx="7811135" cy="4510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Training Accuracy Graph</a:t>
            </a:r>
            <a:endParaRPr 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215" y="989330"/>
            <a:ext cx="5962650" cy="53600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Confusion Matrix</a:t>
            </a:r>
            <a:endParaRPr 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Picture 2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7520" y="1257935"/>
            <a:ext cx="4793615" cy="48488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</a:t>
            </a:r>
            <a:endParaRPr 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3830" y="1109345"/>
            <a:ext cx="8838565" cy="354838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Developed an efficient CNN model for facial emotion recognition.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Achieved strong performance on the FER-2013 dataset.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model is suitable for real-time and resource-constrained environments.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study highlights the importance of optimizing both accuracy and efficiency.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Future Scope</a:t>
            </a:r>
            <a:endParaRPr 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3830" y="1109345"/>
            <a:ext cx="8838565" cy="354838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Real-time webcam integration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Mobile and embedded deployment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Transformer-based architectures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Multimodal emotion recognition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Advanced optimization techniques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/>
</ds:datastoreItem>
</file>

<file path=customXml/itemProps2.xml><?xml version="1.0" encoding="utf-8"?>
<ds:datastoreItem xmlns:ds="http://schemas.openxmlformats.org/officeDocument/2006/customXml" ds:itemID="{737ED6F0-5E4C-4CD0-9B68-9C53F925A6F7}">
  <ds:schemaRefs/>
</ds:datastoreItem>
</file>

<file path=customXml/itemProps3.xml><?xml version="1.0" encoding="utf-8"?>
<ds:datastoreItem xmlns:ds="http://schemas.openxmlformats.org/officeDocument/2006/customXml" ds:itemID="{4A62A602-78C1-468C-BB25-57CD481DB74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2752</Words>
  <Application>WPS Presentation</Application>
  <PresentationFormat>On-screen Show (4:3)</PresentationFormat>
  <Paragraphs>100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MS PGothic</vt:lpstr>
      <vt:lpstr>Arial</vt:lpstr>
      <vt:lpstr>Times New Roman</vt:lpstr>
      <vt:lpstr>Times New Roman</vt:lpstr>
      <vt:lpstr>Calibri</vt:lpstr>
      <vt:lpstr>Microsoft YaHei</vt:lpstr>
      <vt:lpstr>Arial Unicode MS</vt:lpstr>
      <vt:lpstr>DejaVu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Aditya Bisht</cp:lastModifiedBy>
  <cp:revision>2300</cp:revision>
  <dcterms:created xsi:type="dcterms:W3CDTF">2010-04-09T07:36:00Z</dcterms:created>
  <dcterms:modified xsi:type="dcterms:W3CDTF">2026-05-13T17:45:12Z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ICV">
    <vt:lpwstr>D72D2D0FB29345E9B51BB461E39B606B_13</vt:lpwstr>
  </property>
  <property fmtid="{D5CDD505-2E9C-101B-9397-08002B2CF9AE}" pid="15" name="KSOProductBuildVer">
    <vt:lpwstr>1033-12.2.0.23202</vt:lpwstr>
  </property>
</Properties>
</file>